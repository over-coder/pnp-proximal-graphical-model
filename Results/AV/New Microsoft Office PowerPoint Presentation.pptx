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solve time: 215.00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37.81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37.97 dB</a:t>
            </a:r>
          </a:p>
          <a:p>
            <a:r>
              <a:rPr lang="en-US" dirty="0" smtClean="0"/>
              <a:t>c:\users\dell\untitled63.py:116: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0.9999951770334253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solve time:        210.37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38.91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38.98 dB</a:t>
            </a:r>
          </a:p>
          <a:p>
            <a:r>
              <a:rPr lang="en-US" dirty="0" smtClean="0"/>
              <a:t>c:\users\dell\untitled63.py:116: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0.9999968583766448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solve time:        208.81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38.47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38.50 dB</a:t>
            </a:r>
          </a:p>
          <a:p>
            <a:r>
              <a:rPr lang="en-US" dirty="0" smtClean="0"/>
              <a:t>c:\users\dell\untitled63.py:116: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0.9999976661191134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solve time:        209.26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48.79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48.60 dB</a:t>
            </a:r>
          </a:p>
          <a:p>
            <a:r>
              <a:rPr lang="en-US" dirty="0" smtClean="0"/>
              <a:t>c:\users\dell\untitled63.py:116: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0.9999994444843033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solve time:        209.37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39.52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39.75 dB</a:t>
            </a:r>
          </a:p>
          <a:p>
            <a:r>
              <a:rPr lang="en-US" dirty="0" smtClean="0"/>
              <a:t>c:\users\dell\untitled63.py:116: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0.9999970938340629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Consensus solve time: 172.97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   37.81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   37.83 dB</a:t>
            </a:r>
          </a:p>
          <a:p>
            <a:r>
              <a:rPr lang="en-US" dirty="0" smtClean="0"/>
              <a:t>c:\users\dell\untitled64.py:113: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0.9999950977691526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Consensus solve time: 174.79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   38.91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   38.92 dB</a:t>
            </a:r>
          </a:p>
          <a:p>
            <a:r>
              <a:rPr lang="en-US" dirty="0" smtClean="0"/>
              <a:t>c:\users\dell\untitled64.py:113: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0.9999968543755025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Consensus solve time: 177.03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   38.47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   38.46 dB</a:t>
            </a:r>
          </a:p>
          <a:p>
            <a:r>
              <a:rPr lang="en-US" dirty="0" smtClean="0"/>
              <a:t>c:\users\dell\untitled64.py:113: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0.9999976535066291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Consensus solve time: 175.74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48.79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49.33 dB</a:t>
            </a:r>
          </a:p>
          <a:p>
            <a:r>
              <a:rPr lang="en-US" dirty="0" smtClean="0"/>
              <a:t>c:\users\dell\untitled64.py:113: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0.9999994344783413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ADMM Consensus solve time: 175.81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   39.52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   39.64 dB</a:t>
            </a:r>
          </a:p>
          <a:p>
            <a:r>
              <a:rPr lang="en-US" dirty="0" smtClean="0"/>
              <a:t>c:\users\dell\untitled64.py:113: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0.9999970540900961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PGM solve time:        363.19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37.81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37.86 dB</a:t>
            </a:r>
          </a:p>
          <a:p>
            <a:r>
              <a:rPr lang="en-US" dirty="0" smtClean="0"/>
              <a:t>c:\users\dell\untitled65.py:112: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0.999995220823246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PGM solve time:        357.63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38.91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38.98 dB</a:t>
            </a:r>
          </a:p>
          <a:p>
            <a:r>
              <a:rPr lang="en-US" dirty="0" smtClean="0"/>
              <a:t>c:\users\dell\untitled65.py:112: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0.9999969790438025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PGM solve time:        362.27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38.47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38.57 dB</a:t>
            </a:r>
          </a:p>
          <a:p>
            <a:r>
              <a:rPr lang="en-US" dirty="0" smtClean="0"/>
              <a:t>c:\users\dell\untitled65.py:112: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0.9999977969134336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PGM solve time:        347.78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48.79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50.23 dB</a:t>
            </a:r>
          </a:p>
          <a:p>
            <a:r>
              <a:rPr lang="en-US" dirty="0" smtClean="0"/>
              <a:t>c:\users\dell\untitled65.py:112: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0.9999995535188668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PPP PGM solve time:        359.91 s</a:t>
            </a:r>
          </a:p>
          <a:p>
            <a:r>
              <a:rPr lang="en-US" dirty="0" smtClean="0"/>
              <a:t>Baseline </a:t>
            </a:r>
            <a:r>
              <a:rPr lang="en-US" dirty="0" err="1" smtClean="0"/>
              <a:t>demosaicing</a:t>
            </a:r>
            <a:r>
              <a:rPr lang="en-US" dirty="0" smtClean="0"/>
              <a:t> PSNR:  39.52 dB</a:t>
            </a:r>
          </a:p>
          <a:p>
            <a:r>
              <a:rPr lang="en-US" dirty="0" smtClean="0"/>
              <a:t>PPP </a:t>
            </a:r>
            <a:r>
              <a:rPr lang="en-US" dirty="0" err="1" smtClean="0"/>
              <a:t>demosaicing</a:t>
            </a:r>
            <a:r>
              <a:rPr lang="en-US" dirty="0" smtClean="0"/>
              <a:t> PSNR:       39.68 dB</a:t>
            </a:r>
          </a:p>
          <a:p>
            <a:r>
              <a:rPr lang="en-US" dirty="0" smtClean="0"/>
              <a:t>c:\users\dell\untitled65.py:112: </a:t>
            </a:r>
            <a:r>
              <a:rPr lang="en-US" dirty="0" err="1" smtClean="0"/>
              <a:t>UserWarning</a:t>
            </a:r>
            <a:r>
              <a:rPr lang="en-US" dirty="0" smtClean="0"/>
              <a:t>: </a:t>
            </a:r>
            <a:r>
              <a:rPr lang="en-US" dirty="0" err="1" smtClean="0"/>
              <a:t>FigureCanvasAgg</a:t>
            </a:r>
            <a:r>
              <a:rPr lang="en-US" dirty="0" smtClean="0"/>
              <a:t> is non-interactive, and thus cannot be shown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fig.show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SSIM: 0.9999971282350253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619</Words>
  <Application>Microsoft Office PowerPoint</Application>
  <PresentationFormat>On-screen Show (4:3)</PresentationFormat>
  <Paragraphs>106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Results </vt:lpstr>
      <vt:lpstr>b</vt:lpstr>
      <vt:lpstr>f</vt:lpstr>
      <vt:lpstr>j</vt:lpstr>
      <vt:lpstr>n</vt:lpstr>
      <vt:lpstr>r</vt:lpstr>
      <vt:lpstr>c</vt:lpstr>
      <vt:lpstr>g</vt:lpstr>
      <vt:lpstr>k</vt:lpstr>
      <vt:lpstr>o</vt:lpstr>
      <vt:lpstr>s</vt:lpstr>
      <vt:lpstr>d</vt:lpstr>
      <vt:lpstr>h</vt:lpstr>
      <vt:lpstr>l</vt:lpstr>
      <vt:lpstr>p</vt:lpstr>
      <vt:lpstr>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</dc:title>
  <dc:creator>DELL</dc:creator>
  <cp:lastModifiedBy>DELL</cp:lastModifiedBy>
  <cp:revision>24</cp:revision>
  <dcterms:created xsi:type="dcterms:W3CDTF">2006-08-16T00:00:00Z</dcterms:created>
  <dcterms:modified xsi:type="dcterms:W3CDTF">2025-04-01T10:33:53Z</dcterms:modified>
</cp:coreProperties>
</file>